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05156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3317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VPS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6974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HSE, CCTV &amp; Paramedis Monitoring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370332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penyediaan VPS untuk environment production pertama — Pondok Indah Mall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26968" y="5623560"/>
            <a:ext cx="4937760" cy="50292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626968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[Diisi: nama pengaju]   ·   [Diisi: tanggal]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25296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225296" y="6217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VPS, Bukan Shared Hosting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5455768" cy="4434840"/>
          </a:xfrm>
          <a:prstGeom prst="roundRect">
            <a:avLst>
              <a:gd name="adj" fmla="val 2887"/>
            </a:avLst>
          </a:prstGeom>
          <a:solidFill>
            <a:srgbClr val="E7EC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8288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Hosting</a:t>
            </a:r>
            <a:endParaRPr lang="en-US" sz="1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4144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42316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Umumnya tidak mendukung Docker &amp; Docker Compose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1012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329184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mendukung custom port maupun proses long-running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7880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43000" y="416052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akses root untuk deploy dan mengelola stack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6278728" y="1554480"/>
            <a:ext cx="5455768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9AA7C7">
                <a:alpha val="35000"/>
              </a:srgbClr>
            </a:outerShdw>
          </a:effectLst>
        </p:spPr>
      </p:sp>
      <p:sp>
        <p:nvSpPr>
          <p:cNvPr id="14" name="Text 8"/>
          <p:cNvSpPr txBox="1"/>
          <p:nvPr/>
        </p:nvSpPr>
        <p:spPr>
          <a:xfrm>
            <a:off x="6598768" y="1828800"/>
            <a:ext cx="371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VPS</a:t>
            </a:r>
            <a:endParaRPr lang="en-US" sz="1900" dirty="0"/>
          </a:p>
        </p:txBody>
      </p:sp>
      <p:sp>
        <p:nvSpPr>
          <p:cNvPr id="15" name="Shape 9"/>
          <p:cNvSpPr/>
          <p:nvPr/>
        </p:nvSpPr>
        <p:spPr>
          <a:xfrm>
            <a:off x="9859975" y="1810512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9859975" y="181051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DIREKOMENDASIKAN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768" y="24414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964528" y="242316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penuh Docker &amp; Docker Compose</a:t>
            </a:r>
            <a:endParaRPr lang="en-US" sz="13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8" y="3310128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964528" y="329184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menjalankan banyak service sekaligus: backend Go, MySQL, beberapa frontend, reverse proxy Nginx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768" y="4178808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964528" y="416052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root penuh untuk deploy dan mengelola infrastruktur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HSE, CCTV &amp; Paramedis Monitoring — Pengajuan VPS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1127455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25296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TEKNIS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225296" y="6217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Estimasi Kebutuhan Server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7295" cy="45720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737360"/>
                <a:gridCol w="6065215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Disarankan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Alasan Singkat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24.04 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24.04 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Dukungan jangka panjang, kompatibel penuh dengan Docker &amp; Docker Compose.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vCPU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vCPU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container berjalan bersamaan; disiapkan ruang untuk 2 backend Go tambahan (HSE, Paramedis) yang direncanakan.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paling banyak pakai memori; headroom untuk modul HSE &amp; Paramedis ke depan.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GB SSD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GB SSD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Docker, database, log &amp; backup — sistem analytics-only, tidak menyimpan video CCTV.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TB/bulan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Unmetered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Trafik dashboard internal + company profile publik, tanpa streaming file besar.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HSE, CCTV &amp; Paramedis Monitoring — Pengajuan VPS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27455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25296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225296" y="6217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yang Berjalan (docker-compose.yml)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41368" y="1572768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41368" y="15727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— Reverse Proxy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60056" y="169164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60056" y="16916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 flipV="1">
            <a:off x="1743304" y="2139696"/>
            <a:ext cx="4352544" cy="466344"/>
          </a:xfrm>
          <a:prstGeom prst="line">
            <a:avLst/>
          </a:prstGeom>
          <a:noFill/>
          <a:ln w="12700">
            <a:solidFill>
              <a:srgbClr val="AEB8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3919576" y="2139696"/>
            <a:ext cx="2176272" cy="466344"/>
          </a:xfrm>
          <a:prstGeom prst="line">
            <a:avLst/>
          </a:prstGeom>
          <a:noFill/>
          <a:ln w="12700">
            <a:solidFill>
              <a:srgbClr val="AEB8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95848" y="2139696"/>
            <a:ext cx="0" cy="466344"/>
          </a:xfrm>
          <a:prstGeom prst="line">
            <a:avLst/>
          </a:prstGeom>
          <a:noFill/>
          <a:ln w="12700">
            <a:solidFill>
              <a:srgbClr val="AEB8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95848" y="2139696"/>
            <a:ext cx="2176272" cy="466344"/>
          </a:xfrm>
          <a:prstGeom prst="line">
            <a:avLst/>
          </a:prstGeom>
          <a:noFill/>
          <a:ln w="12700">
            <a:solidFill>
              <a:srgbClr val="AEB8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95848" y="2139696"/>
            <a:ext cx="4352544" cy="466344"/>
          </a:xfrm>
          <a:prstGeom prst="line">
            <a:avLst/>
          </a:prstGeom>
          <a:noFill/>
          <a:ln w="12700">
            <a:solidFill>
              <a:srgbClr val="AEB8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8320" y="2606040"/>
            <a:ext cx="20299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19760" y="269748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company-profile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19760" y="299008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194664" y="331012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194664" y="3310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904592" y="2606040"/>
            <a:ext cx="20299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2996032" y="269748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frontend-cctv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2996032" y="299008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/cctv/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370936" y="331012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370936" y="3310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080864" y="2606040"/>
            <a:ext cx="20299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5172304" y="269748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backend-cctv (Go API)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172304" y="299008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 → :8081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547208" y="331012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547208" y="3310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257136" y="2606040"/>
            <a:ext cx="2029968" cy="960120"/>
          </a:xfrm>
          <a:prstGeom prst="roundRect">
            <a:avLst>
              <a:gd name="adj" fmla="val 7619"/>
            </a:avLst>
          </a:prstGeom>
          <a:solidFill>
            <a:srgbClr val="E7ECF5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48576" y="269748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frontend-hse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7348576" y="299008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/login/hse/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723480" y="331012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C7CED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723480" y="3310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33408" y="2606040"/>
            <a:ext cx="2029968" cy="960120"/>
          </a:xfrm>
          <a:prstGeom prst="roundRect">
            <a:avLst>
              <a:gd name="adj" fmla="val 7619"/>
            </a:avLst>
          </a:prstGeom>
          <a:solidFill>
            <a:srgbClr val="E7ECF5"/>
          </a:solidFill>
          <a:ln w="12700">
            <a:solidFill>
              <a:srgbClr val="D7DEE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524848" y="269748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frontend-paramedis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9524848" y="299008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/login/paramedis/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9899752" y="331012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C7CEDD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9899752" y="3310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095848" y="3566160"/>
            <a:ext cx="9144" cy="502920"/>
          </a:xfrm>
          <a:prstGeom prst="line">
            <a:avLst/>
          </a:prstGeom>
          <a:noFill/>
          <a:ln w="12700">
            <a:solidFill>
              <a:srgbClr val="AEB8C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861408" y="406908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141B4D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861408" y="40690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(database)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7440016" y="419709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440016" y="419709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3626968" y="46908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Docker network saja — tidak diekspos ke publik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backend-hse dan backend-paramedis belum terdaftar di docker-compose.yml — direncanakan menyusul sesuai roadmap PRD.md, statusnya belum final.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HSE, CCTV &amp; Paramedis Monitoring — Pengajuan VPS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1127455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25296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&amp; DOMAIN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225296" y="6217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Kebutuhan Domain, SSL, dan Keamanan</a:t>
            </a:r>
            <a:endParaRPr lang="en-US" sz="2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1664208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Subdomain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1965960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[Isi: domain yang diinginkan] — belum ditentukan. Nginx saat ini masih pakai server_name localhost, perlu diganti ke domain sungguhan sebelum go-live.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80160" y="3081528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/ TLS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280160" y="3383280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untuk semua path publik-facing (company profile, login HSE/CCTV/Paramedis). Disarankan Let's Encrypt. Konfigurasi saat ini baru mendukung HTTP (port 80) — port 443 + sertifikat perlu ditambahkan.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2628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80160" y="4498848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&amp; Port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280160" y="4800600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port 80/443 yang perlu terbuka ke publik. Port database (3306/MySQL) tidak boleh diekspos ke internet — hanya reachable lewat internal Docker network, sesuai konfigurasi yang berjalan sekarang.</a:t>
            </a:r>
            <a:endParaRPr lang="en-US" sz="1250" dirty="0"/>
          </a:p>
        </p:txBody>
      </p:sp>
      <p:sp>
        <p:nvSpPr>
          <p:cNvPr id="14" name="Text 8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HSE, CCTV &amp; Paramedis Monitoring — Pengajuan VPS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27455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25296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&amp; OPERASIONAL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225296" y="6217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SSH, Backup, dan Staging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3594506" cy="429768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C7">
                <a:alpha val="2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413" y="201168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834640"/>
            <a:ext cx="3137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SSH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319272"/>
            <a:ext cx="304586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Dibutuhkan akses SSH (idealnya key-based auth, bukan password) untuk PIC deploy. PIC: [Diisi: nama PIC].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298594" y="1691640"/>
            <a:ext cx="3594506" cy="429768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C7">
                <a:alpha val="2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20116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27194" y="2834640"/>
            <a:ext cx="3137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Backup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4572914" y="3319272"/>
            <a:ext cx="304586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didiskusikan dengan tim IT: frekuensi backup, masa retensi, dan apakah dikelola otomatis oleh tim IT/provider atau di-setup sendiri di level aplikasi (mis. cron job mysqldump).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139989" y="1691640"/>
            <a:ext cx="3594506" cy="429768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C7">
                <a:alpha val="2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7202" y="201168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68589" y="2834640"/>
            <a:ext cx="3137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vs Production</a:t>
            </a:r>
            <a:endParaRPr lang="en-US" sz="1550" dirty="0"/>
          </a:p>
        </p:txBody>
      </p:sp>
      <p:sp>
        <p:nvSpPr>
          <p:cNvPr id="16" name="Text 10"/>
          <p:cNvSpPr txBox="1"/>
          <p:nvPr/>
        </p:nvSpPr>
        <p:spPr>
          <a:xfrm>
            <a:off x="8414309" y="3319272"/>
            <a:ext cx="304586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didiskusikan apakah dibutuhkan environment staging terpisah dari production, atau cukup satu environment untuk tahap awal ini.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HSE, CCTV &amp; Paramedis Monitoring — Pengajuan VPS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1274552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6858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78308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212140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Mohon Dukungan Tim IT untuk Penyediaan VPS Ini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3169768" y="3154680"/>
            <a:ext cx="5852160" cy="2331720"/>
          </a:xfrm>
          <a:prstGeom prst="roundRect">
            <a:avLst>
              <a:gd name="adj" fmla="val 4706"/>
            </a:avLst>
          </a:prstGeom>
          <a:solidFill>
            <a:srgbClr val="141B4D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535528" y="34107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 / PIC PENGAJU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535528" y="3813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Nama: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907128" y="38130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[Isi: nama pengaju]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535528" y="42153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Jabatan: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907128" y="4215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[Isi: jabatan]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535528" y="46177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907128" y="46177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[Isi: email]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535528" y="50200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Tanggal: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907128" y="50200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[Isi: tanggal]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lengkap tersedia di docs/pengajuan-vps.md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2026-09-12T19:51:43Z</dcterms:created>
  <dcterms:modified xsi:type="dcterms:W3CDTF">2026-09-12T19:51:43Z</dcterms:modified>
</cp:coreProperties>
</file>